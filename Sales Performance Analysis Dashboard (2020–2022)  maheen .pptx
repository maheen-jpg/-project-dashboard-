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F7AC7-27A1-415C-9713-E121874AF5F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91CD-636C-4BDA-A6D0-AB4B9236EC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F7AC7-27A1-415C-9713-E121874AF5F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91CD-636C-4BDA-A6D0-AB4B9236EC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F7AC7-27A1-415C-9713-E121874AF5F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91CD-636C-4BDA-A6D0-AB4B9236EC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F7AC7-27A1-415C-9713-E121874AF5F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91CD-636C-4BDA-A6D0-AB4B9236EC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F7AC7-27A1-415C-9713-E121874AF5F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91CD-636C-4BDA-A6D0-AB4B9236EC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F7AC7-27A1-415C-9713-E121874AF5F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91CD-636C-4BDA-A6D0-AB4B9236EC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F7AC7-27A1-415C-9713-E121874AF5F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91CD-636C-4BDA-A6D0-AB4B9236EC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F7AC7-27A1-415C-9713-E121874AF5F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91CD-636C-4BDA-A6D0-AB4B9236EC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F7AC7-27A1-415C-9713-E121874AF5F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91CD-636C-4BDA-A6D0-AB4B9236EC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F7AC7-27A1-415C-9713-E121874AF5F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91CD-636C-4BDA-A6D0-AB4B9236EC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F7AC7-27A1-415C-9713-E121874AF5F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91CD-636C-4BDA-A6D0-AB4B9236EC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F7AC7-27A1-415C-9713-E121874AF5F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491CD-636C-4BDA-A6D0-AB4B9236EC1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</cp:revision>
  <dcterms:created xsi:type="dcterms:W3CDTF">2025-12-31T07:36:38Z</dcterms:created>
  <dcterms:modified xsi:type="dcterms:W3CDTF">2025-12-31T07:45:47Z</dcterms:modified>
</cp:coreProperties>
</file>